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Introduce the project title and Group 2 (four members, guided by Dr. Swati).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The problem: choosing an edge that balances latency, load and health, while caching popular content. Scope: a working miniature CDN with one origin and three edges whose behaviour we can measure. Three measurable objectives as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Data plane: the client resolves cdn.sim.local over UDP, then downloads from the selected edge over HTTP/1.1; on a miss the edge fetches from the origin. Each edge is its own process with its own cache. Control plane: FastAPI with the routing engine, health checks, experiments and SQLite, plus the React dashboard. Locations and link conditions are simulated in Local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Walk through the request: resolve, request, cache lookup, hit or miss. Concurrent misses for the same object share one origin fetch. Hybrid routing combines measured probe RTT, load and estimated packet loss. Troubleshooting example: asyncio sleeps on Windows were quantised to 15.6 ms; requesting a 1 ms timer (and opting child processes out of timer throttling) fixed the simulated delays, verified by probe RTTs of 21.6 / 46.4 / 114.1 ms for 18 / 42 / 110 ms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All 89 automated tests pass (79 backend, 10 frontend). Experiment A (400 requests per strategy, concurrency 24, mean of 3): hybrid 147 ms average and 143 req/s versus nearest 436 ms, because the nearest edge has only 8 slots and queues. Experiment B (2 MB caches): origin fetches fell from 400 to about 241. Experiment C: India failure detected passively in 2.1 ms, 8 in-flight requests failed, recovery 882 ms. These are simulator measurements on one machine, not real-CDN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Start the backend and frontend before the timer. Rehearsed on 20 Oct 2026 (submission/evidence/demo_rehearsal.txt): request 1 MISS on india-edge (50.5 ms), request 2 HIT (21.8 ms); after simulating the failure India was marked unhealthy in 2.35 s and request 3 returned HTTP 200 from singapore-edge with reason 'excluded unhealthy: india-edge'. Restore the edge afterwards. Backup: show the Experiments page for the stored failure experiment (identify it as a recorded result).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Summarise the outcome, one application, the main limitation (single machine with simulated links) and the next step (Mininet + Wireshark). State each member's actual contribution (to be filled in by the team) and the AI-use declaration.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slide for questions. References cited on slides 2, 3 and 5; the report contains the complete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Distributed CDN Simulator with Latency-Aware Routing and Adaptive Caching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More Geet Dattatraya – 1262250006     Shinde Soham Manoj – 1262250009</a:t>
            </a: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Jagtap Prasad Sachin – 1262250018     Gaikwad Shreyash Sachin – 1262250005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Group 2     Panel </a:t>
            </a:r>
            <a:r>
              <a:rPr lang="en-IN" sz="140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E</a:t>
            </a: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 Batch </a:t>
            </a:r>
            <a:r>
              <a:rPr lang="en-IN" sz="140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E-1</a:t>
            </a:r>
            <a:endParaRPr sz="1400" b="0" dirty="0">
              <a:solidFill>
                <a:srgbClr val="C2410C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 Dr. Swati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     Presentation date: </a:t>
            </a:r>
            <a:r>
              <a:rPr lang="en-IN" sz="140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21</a:t>
            </a:r>
            <a:r>
              <a:rPr lang="en-IN" sz="1400" baseline="3000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st</a:t>
            </a:r>
            <a:r>
              <a:rPr lang="en-IN" sz="140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 October 2026</a:t>
            </a:r>
            <a:endParaRPr sz="1400" b="0" dirty="0">
              <a:solidFill>
                <a:srgbClr val="C2410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CDN must pick an edge per request: the nearest edge may be overloaded, degraded or down [4].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Latency grows with distance and queueing; caching avoids origin trips but capacity is limited [5].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190875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1. Serve content over real HTTP/TCP via UDP resolution, with 6 routing strategies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2. Reduce origin fetches with per-edge LRU / LFU / TTL caches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3. Detect edge failures, reroute, and measure detection and recovery time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Tools: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Python 3.13 (asyncio, FastAPI, SQLite), React 18 + Vite, pytest / Vitest</a:t>
            </a:r>
          </a:p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Protocols: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HTTP/1.1 over TCP [1]; DNS-inspired CNRP over UDP [2], [3]; WebSocket</a:t>
            </a:r>
          </a:p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Addressing: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127.0.0.1 – API :8000, resolver udp/8053, origin :9000, edges :9001–9003</a:t>
            </a:r>
          </a:p>
        </p:txBody>
      </p:sp>
      <p:pic>
        <p:nvPicPr>
          <p:cNvPr id="7" name="Picture 6" descr="slid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28" y="1188720"/>
            <a:ext cx="8008143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Implementation:</a:t>
            </a:r>
            <a:r>
              <a:rPr sz="14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origin + 3 edge processes, UDP resolver, routing engine, health checks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Working:</a:t>
            </a:r>
            <a:r>
              <a:rPr sz="14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hybrid score = 0.5·latency + 0.4·load + 0.1·loss; unhealthy edges skipped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Troubleshooting:</a:t>
            </a:r>
            <a:r>
              <a:rPr sz="14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Windows timer inflated an 18 ms link to ~30 ms; 1 ms timer fix gave 21.6 ms</a:t>
            </a:r>
          </a:p>
        </p:txBody>
      </p:sp>
      <p:pic>
        <p:nvPicPr>
          <p:cNvPr id="7" name="Picture 6" descr="slid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91" y="1428750"/>
            <a:ext cx="7654017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8096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Test:</a:t>
            </a:r>
            <a:r>
              <a:rPr sz="1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89 automated tests + 16 browser checks; 4 experiments, Local Mode, seed 7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Expected:</a:t>
            </a:r>
            <a:r>
              <a:rPr sz="1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hybrid beats single-metric routing under load; caching cuts origin fetches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Observed:</a:t>
            </a:r>
            <a:r>
              <a:rPr sz="1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hybrid 147 ms vs nearest 436 ms avg; origin fetches 400 → 241 (LFU); failure detected in 2.1 ms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 achieved:</a:t>
            </a:r>
            <a:r>
              <a:rPr sz="1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O1–O3 achieved; Mininet run not tested (simulated links)</a:t>
            </a:r>
          </a:p>
        </p:txBody>
      </p:sp>
      <p:pic>
        <p:nvPicPr>
          <p:cNvPr id="7" name="Picture 6" descr="slide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343093"/>
            <a:ext cx="8096250" cy="21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Cache miss → hit on one edge, then an edge failure with automatic rerouting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523875" y="3190875"/>
            <a:ext cx="8096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1. Start backend + dashboard: Overview shows Live and 3 healthy edges</a:t>
            </a:r>
          </a:p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2. Routing Lab: select Health-aware failover; send index.html twice</a:t>
            </a:r>
          </a:p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3. Edge Servers: simulate India failure; Routing Lab: send again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Success criterion:</a:t>
            </a: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request 2 shows X-Cache HIT; after the failure India is Unhealthy and request 3 returns HTTP 200 from Singapore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Outcome:</a:t>
            </a: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working mini-CDN – real TCP/UDP, 6 routing strategies, 3 cache policies</a:t>
            </a: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Application:</a:t>
            </a: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teaching and prototyping CDN routing and DNS-TTL failover</a:t>
            </a: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Limitation:</a:t>
            </a: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one machine; latency and loss are simulated; Mininet not run</a:t>
            </a: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scope:</a:t>
            </a:r>
            <a:r>
              <a:rPr sz="16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run on Mininet with tc/netem links and verify in Wireshark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5" y="3810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400" b="0" dirty="0">
              <a:solidFill>
                <a:srgbClr val="C2410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AI use:</a:t>
            </a:r>
            <a:r>
              <a:rPr sz="13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Claude Code (Anthropic) generated code, tests, docs and drafts; team must review and verify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[1] R. Fielding et al., “HTTP Semantics,” IETF RFC 9110, Jun. 2022.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[2] P. Mockapetris, “Domain Names – Implementation and Specification,” IETF RFC 1035, Nov. 1987.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[3] J. Postel, “User Datagram Protocol,” IETF RFC 768, Aug. 1980.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[4] E. Nygren, R. K. Sitaraman, J. Sun, “The Akamai network,” ACM SIGOPS OSR, 44(3), 2010, doi: 10.1145/1842733.1842736.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[5] L. Breslau et al., “Web caching and Zipf-like distributions,” IEEE INFOCOM ’99, pp. 126–134, doi: 10.1109/INFCOM.1999.749260.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[6] B. Lantz, B. Heller, N. McKeown, “A network in a laptop,” ACM HotNets-IX, 2010, doi: 10.1145/1868447.1868466.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570D7-9BBD-423B-A711-D477799851EE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Full IEEE reference list, evidence and source: project report and repository docs/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1278</Words>
  <Application>Microsoft Office PowerPoint</Application>
  <DocSecurity>0</DocSecurity>
  <PresentationFormat>On-screen Show (4:3)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GEET MORE</cp:lastModifiedBy>
  <cp:revision>2</cp:revision>
  <dcterms:created xsi:type="dcterms:W3CDTF">2026-10-14T10:56:48Z</dcterms:created>
  <dcterms:modified xsi:type="dcterms:W3CDTF">2026-10-20T17:08:56Z</dcterms:modified>
</cp:coreProperties>
</file>